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2646B8-6C94-408D-A8BD-1617244C0B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5E1DE9-BC76-4642-8816-929086B534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511635F-BABB-4D70-AACA-44BF1F7290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BFC958-EFA2-44A5-9A2C-B2FE7BF379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7200DE-7909-434C-8EA5-8F37D41EF0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F8C08D-A18A-4844-9EF0-4B482758AD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637C96B-9ABA-4D07-99FC-71D5AE82E3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5DD60B-6D84-4852-ACCF-69BCD5F348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94D5194-4806-40DA-BAED-8439CF1476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180CC3-0631-477D-894A-BFC2B4CE33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2B6B17-5835-4CF7-98F8-4BEB622B492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44E58F-A72F-43C3-B95E-95AC4B96C10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2E7B41C-57E5-459E-A504-A19A9F4BC8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C49542A-8909-4FA7-830D-61A35BA0CE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3FC2490-8AFB-4759-B175-18870AAE38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130888E-8C14-4673-8E4D-832AB38C54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955B6DB-5284-4EF1-8105-0182EC6DBE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9546B75-EB4E-4CE4-98C4-7F95B14349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14733CB-0CD7-4C37-9D94-A70FABE862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6AD6ACF-3DC6-4F2D-B9A1-A311E847AF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0219B99-222C-4379-BE44-58FF88685F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AC1351A-055C-41D3-86DA-C43D05D5B1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6BE86E6-1719-4BEB-B584-1646DC6945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BF4C720-DC89-41FA-814F-F1299427FCD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0FB0582-23F0-4BD0-936E-9FCEAF2FC79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77DD1D-38E8-4056-A28C-9D3F7E5950A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4" descr=""/>
          <p:cNvPicPr/>
          <p:nvPr/>
        </p:nvPicPr>
        <p:blipFill>
          <a:blip r:embed="rId1"/>
          <a:srcRect l="25792" t="16823" r="0" b="13846"/>
          <a:stretch/>
        </p:blipFill>
        <p:spPr>
          <a:xfrm>
            <a:off x="8951400" y="0"/>
            <a:ext cx="3151080" cy="602280"/>
          </a:xfrm>
          <a:prstGeom prst="rect">
            <a:avLst/>
          </a:prstGeom>
          <a:ln w="0">
            <a:noFill/>
          </a:ln>
        </p:spPr>
      </p:pic>
      <p:pic>
        <p:nvPicPr>
          <p:cNvPr id="83" name="Picture 5" descr=""/>
          <p:cNvPicPr/>
          <p:nvPr/>
        </p:nvPicPr>
        <p:blipFill>
          <a:blip r:embed="rId2"/>
          <a:stretch/>
        </p:blipFill>
        <p:spPr>
          <a:xfrm>
            <a:off x="69120" y="69120"/>
            <a:ext cx="740160" cy="775080"/>
          </a:xfrm>
          <a:prstGeom prst="rect">
            <a:avLst/>
          </a:prstGeom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subTitle"/>
          </p:nvPr>
        </p:nvSpPr>
        <p:spPr>
          <a:xfrm>
            <a:off x="621000" y="3041640"/>
            <a:ext cx="1916640" cy="399240"/>
          </a:xfrm>
          <a:prstGeom prst="rect">
            <a:avLst/>
          </a:prstGeom>
          <a:solidFill>
            <a:srgbClr val="c5e0b4"/>
          </a:solidFill>
          <a:ln w="0">
            <a:solidFill>
              <a:srgbClr val="2f5597"/>
            </a:solidFill>
          </a:ln>
        </p:spPr>
        <p:txBody>
          <a:bodyPr lIns="0" rIns="0" tIns="0" bIns="0" anchor="t">
            <a:normAutofit fontScale="77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Prepared By:-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5" name="Rectangle 9"/>
          <p:cNvSpPr/>
          <p:nvPr/>
        </p:nvSpPr>
        <p:spPr>
          <a:xfrm>
            <a:off x="621000" y="3441960"/>
            <a:ext cx="4898520" cy="10940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325490"/>
            </a:solidFill>
          </a:ln>
          <a:effectLst>
            <a:glow rad="63360">
              <a:srgbClr val="ffc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Name: Kalp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Roll no: 156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Enrollment No: 22002171220088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Batch: B5          Branch: CSE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" name="Title 2"/>
          <p:cNvSpPr/>
          <p:nvPr/>
        </p:nvSpPr>
        <p:spPr>
          <a:xfrm>
            <a:off x="612360" y="884160"/>
            <a:ext cx="10954080" cy="69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0">
            <a:solidFill>
              <a:srgbClr val="4472c4"/>
            </a:solidFill>
          </a:ln>
          <a:effectLst>
            <a:glow rad="101520">
              <a:srgbClr val="ff7a1f">
                <a:alpha val="40000"/>
              </a:srgbClr>
            </a:glow>
          </a:effectLst>
          <a:scene3d>
            <a:camera prst="orthographicFront"/>
            <a:lightRig dir="t" rig="threePt"/>
          </a:scene3d>
          <a:sp3d>
            <a:bevelT prst="coolSlant" w="165100"/>
          </a:sp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Bodoni MT"/>
                <a:ea typeface="DejaVu Sans"/>
              </a:rPr>
              <a:t>Tic Tac Toe Using Socket</a:t>
            </a:r>
            <a:endParaRPr b="0" lang="en-IN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/>
          </p:nvPr>
        </p:nvSpPr>
        <p:spPr>
          <a:xfrm>
            <a:off x="612360" y="1825560"/>
            <a:ext cx="10988640" cy="4833360"/>
          </a:xfrm>
          <a:prstGeom prst="rect">
            <a:avLst/>
          </a:prstGeom>
          <a:solidFill>
            <a:srgbClr val="fbe5d6"/>
          </a:solidFill>
          <a:ln w="12600">
            <a:solidFill>
              <a:srgbClr val="325490"/>
            </a:solidFill>
            <a:miter/>
          </a:ln>
        </p:spPr>
        <p:txBody>
          <a:bodyPr numCol="1" spcCol="0" lIns="90000" rIns="90000" tIns="45000" bIns="45000" anchor="ctr">
            <a:no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IN" sz="2800" spc="-1" strike="noStrike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This project demonstrates the use of sockets to enable two players to play the tic tac toe game over a same network. </a:t>
            </a:r>
            <a:endParaRPr b="0" lang="en-IN" sz="2800" spc="-1" strike="noStrike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It consists of a server and two clients. The server acts as the game manager, listening for incoming connections. Players use server ip-address to connect to the server, input their moves, and receive updates on the game's current state. </a:t>
            </a:r>
            <a:endParaRPr b="0" lang="en-IN" sz="2800" spc="-1" strike="noStrike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game is played on a 3x3 grid, and the first player to get three in a row wins.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88" name="Title 1"/>
          <p:cNvSpPr/>
          <p:nvPr/>
        </p:nvSpPr>
        <p:spPr>
          <a:xfrm>
            <a:off x="612360" y="884160"/>
            <a:ext cx="10954080" cy="69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0">
            <a:solidFill>
              <a:srgbClr val="4472c4"/>
            </a:solidFill>
          </a:ln>
          <a:effectLst>
            <a:glow rad="101520">
              <a:srgbClr val="ff7a1f">
                <a:alpha val="40000"/>
              </a:srgbClr>
            </a:glow>
          </a:effectLst>
          <a:scene3d>
            <a:camera prst="orthographicFront"/>
            <a:lightRig dir="t" rig="threePt"/>
          </a:scene3d>
          <a:sp3d>
            <a:bevelT prst="coolSlant" w="165100"/>
          </a:sp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Bodoni MT"/>
                <a:ea typeface="DejaVu Sans"/>
              </a:rPr>
              <a:t>Description :</a:t>
            </a:r>
            <a:endParaRPr b="0" lang="en-IN" sz="4000" spc="-1" strike="noStrike">
              <a:latin typeface="Arial"/>
            </a:endParaRPr>
          </a:p>
        </p:txBody>
      </p:sp>
      <p:pic>
        <p:nvPicPr>
          <p:cNvPr id="89" name="Picture 4" descr=""/>
          <p:cNvPicPr/>
          <p:nvPr/>
        </p:nvPicPr>
        <p:blipFill>
          <a:blip r:embed="rId1"/>
          <a:stretch/>
        </p:blipFill>
        <p:spPr>
          <a:xfrm>
            <a:off x="69120" y="69120"/>
            <a:ext cx="740160" cy="775080"/>
          </a:xfrm>
          <a:prstGeom prst="rect">
            <a:avLst/>
          </a:prstGeom>
          <a:ln w="0">
            <a:noFill/>
          </a:ln>
        </p:spPr>
      </p:pic>
      <p:pic>
        <p:nvPicPr>
          <p:cNvPr id="90" name="Picture 5" descr=""/>
          <p:cNvPicPr/>
          <p:nvPr/>
        </p:nvPicPr>
        <p:blipFill>
          <a:blip r:embed="rId2"/>
          <a:srcRect l="25792" t="16823" r="0" b="13846"/>
          <a:stretch/>
        </p:blipFill>
        <p:spPr>
          <a:xfrm>
            <a:off x="8951400" y="0"/>
            <a:ext cx="3151080" cy="60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/>
          </p:nvPr>
        </p:nvSpPr>
        <p:spPr>
          <a:xfrm>
            <a:off x="612360" y="1825560"/>
            <a:ext cx="10988640" cy="4349880"/>
          </a:xfrm>
          <a:prstGeom prst="rect">
            <a:avLst/>
          </a:prstGeom>
          <a:solidFill>
            <a:srgbClr val="fbe5d6"/>
          </a:solidFill>
          <a:ln w="12600">
            <a:solidFill>
              <a:srgbClr val="325490"/>
            </a:solidFill>
            <a:miter/>
          </a:ln>
        </p:spPr>
        <p:txBody>
          <a:bodyPr numCol="1" spcCol="0" lIns="90000" rIns="90000" tIns="45000" bIns="45000" anchor="ctr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IN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Uses TCP connection ensuring that it is consistent and connection-oriented.</a:t>
            </a:r>
            <a:endParaRPr b="0" lang="en-IN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Two-player functionality over a same network using sockets.</a:t>
            </a:r>
            <a:endParaRPr b="0" lang="en-IN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Real-time updates to the console as players make moves.</a:t>
            </a:r>
            <a:endParaRPr b="0" lang="en-IN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Winning condition detection and announcement of the winner.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IN" sz="2800" spc="-1" strike="noStrike">
              <a:latin typeface="Arial"/>
            </a:endParaRPr>
          </a:p>
        </p:txBody>
      </p:sp>
      <p:sp>
        <p:nvSpPr>
          <p:cNvPr id="92" name="Title 1"/>
          <p:cNvSpPr/>
          <p:nvPr/>
        </p:nvSpPr>
        <p:spPr>
          <a:xfrm>
            <a:off x="646920" y="870120"/>
            <a:ext cx="10954080" cy="69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0">
            <a:solidFill>
              <a:srgbClr val="4472c4"/>
            </a:solidFill>
          </a:ln>
          <a:effectLst>
            <a:glow rad="101520">
              <a:srgbClr val="ff7a1f">
                <a:alpha val="40000"/>
              </a:srgbClr>
            </a:glow>
          </a:effectLst>
          <a:scene3d>
            <a:camera prst="orthographicFront"/>
            <a:lightRig dir="t" rig="threePt"/>
          </a:scene3d>
          <a:sp3d>
            <a:bevelT prst="coolSlant" w="165100"/>
          </a:sp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Bodoni MT"/>
                <a:ea typeface="DejaVu Sans"/>
              </a:rPr>
              <a:t>Features :</a:t>
            </a:r>
            <a:endParaRPr b="0" lang="en-IN" sz="4000" spc="-1" strike="noStrike">
              <a:latin typeface="Arial"/>
            </a:endParaRPr>
          </a:p>
        </p:txBody>
      </p:sp>
      <p:pic>
        <p:nvPicPr>
          <p:cNvPr id="93" name="Picture 4" descr=""/>
          <p:cNvPicPr/>
          <p:nvPr/>
        </p:nvPicPr>
        <p:blipFill>
          <a:blip r:embed="rId1"/>
          <a:stretch/>
        </p:blipFill>
        <p:spPr>
          <a:xfrm>
            <a:off x="69120" y="69120"/>
            <a:ext cx="740160" cy="775080"/>
          </a:xfrm>
          <a:prstGeom prst="rect">
            <a:avLst/>
          </a:prstGeom>
          <a:ln w="0">
            <a:noFill/>
          </a:ln>
        </p:spPr>
      </p:pic>
      <p:pic>
        <p:nvPicPr>
          <p:cNvPr id="94" name="Picture 5" descr=""/>
          <p:cNvPicPr/>
          <p:nvPr/>
        </p:nvPicPr>
        <p:blipFill>
          <a:blip r:embed="rId2"/>
          <a:srcRect l="25792" t="16823" r="0" b="13846"/>
          <a:stretch/>
        </p:blipFill>
        <p:spPr>
          <a:xfrm>
            <a:off x="8951400" y="0"/>
            <a:ext cx="3151080" cy="60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1"/>
          <p:cNvSpPr/>
          <p:nvPr/>
        </p:nvSpPr>
        <p:spPr>
          <a:xfrm>
            <a:off x="646920" y="844560"/>
            <a:ext cx="10954080" cy="69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0">
            <a:solidFill>
              <a:srgbClr val="4472c4"/>
            </a:solidFill>
          </a:ln>
          <a:effectLst>
            <a:glow rad="101520">
              <a:srgbClr val="ff7a1f">
                <a:alpha val="40000"/>
              </a:srgbClr>
            </a:glow>
          </a:effectLst>
          <a:scene3d>
            <a:camera prst="orthographicFront"/>
            <a:lightRig dir="t" rig="threePt"/>
          </a:scene3d>
          <a:sp3d>
            <a:bevelT prst="coolSlant" w="165100"/>
          </a:sp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000"/>
          </a:bodyPr>
          <a:p>
            <a:pPr>
              <a:lnSpc>
                <a:spcPct val="90000"/>
              </a:lnSpc>
              <a:buNone/>
            </a:pPr>
            <a:r>
              <a:rPr b="1" lang="en-US" sz="3000" spc="-1" strike="noStrike">
                <a:solidFill>
                  <a:srgbClr val="000000"/>
                </a:solidFill>
                <a:latin typeface="Bodoni MT"/>
                <a:ea typeface="DejaVu Sans"/>
              </a:rPr>
              <a:t>Methods involved in Client-Server Communication :</a:t>
            </a:r>
            <a:endParaRPr b="0" lang="en-IN" sz="3000" spc="-1" strike="noStrike">
              <a:latin typeface="Arial"/>
            </a:endParaRPr>
          </a:p>
        </p:txBody>
      </p:sp>
      <p:pic>
        <p:nvPicPr>
          <p:cNvPr id="96" name="Picture 4" descr=""/>
          <p:cNvPicPr/>
          <p:nvPr/>
        </p:nvPicPr>
        <p:blipFill>
          <a:blip r:embed="rId1"/>
          <a:stretch/>
        </p:blipFill>
        <p:spPr>
          <a:xfrm>
            <a:off x="69120" y="69120"/>
            <a:ext cx="740160" cy="775080"/>
          </a:xfrm>
          <a:prstGeom prst="rect">
            <a:avLst/>
          </a:prstGeom>
          <a:ln w="0">
            <a:noFill/>
          </a:ln>
        </p:spPr>
      </p:pic>
      <p:pic>
        <p:nvPicPr>
          <p:cNvPr id="97" name="Picture 5" descr=""/>
          <p:cNvPicPr/>
          <p:nvPr/>
        </p:nvPicPr>
        <p:blipFill>
          <a:blip r:embed="rId2"/>
          <a:srcRect l="25792" t="16823" r="0" b="13846"/>
          <a:stretch/>
        </p:blipFill>
        <p:spPr>
          <a:xfrm>
            <a:off x="8951400" y="0"/>
            <a:ext cx="3151080" cy="60228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3"/>
          <a:stretch/>
        </p:blipFill>
        <p:spPr>
          <a:xfrm>
            <a:off x="3046320" y="1620000"/>
            <a:ext cx="5593320" cy="522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1"/>
          <p:cNvSpPr/>
          <p:nvPr/>
        </p:nvSpPr>
        <p:spPr>
          <a:xfrm>
            <a:off x="664200" y="3328560"/>
            <a:ext cx="10954080" cy="69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0">
            <a:solidFill>
              <a:srgbClr val="4472c4"/>
            </a:solidFill>
          </a:ln>
          <a:effectLst>
            <a:glow rad="101520">
              <a:srgbClr val="ff7a1f">
                <a:alpha val="40000"/>
              </a:srgbClr>
            </a:glow>
          </a:effectLst>
          <a:scene3d>
            <a:camera prst="orthographicFront"/>
            <a:lightRig dir="t" rig="threePt"/>
          </a:scene3d>
          <a:sp3d>
            <a:bevelT prst="coolSlant" w="165100"/>
          </a:sp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Bodoni MT"/>
                <a:ea typeface="DejaVu Sans"/>
              </a:rPr>
              <a:t>THANK YOU….</a:t>
            </a:r>
            <a:endParaRPr b="0" lang="en-IN" sz="4000" spc="-1" strike="noStrike">
              <a:latin typeface="Arial"/>
            </a:endParaRPr>
          </a:p>
        </p:txBody>
      </p:sp>
      <p:pic>
        <p:nvPicPr>
          <p:cNvPr id="100" name="Picture 4" descr=""/>
          <p:cNvPicPr/>
          <p:nvPr/>
        </p:nvPicPr>
        <p:blipFill>
          <a:blip r:embed="rId1"/>
          <a:stretch/>
        </p:blipFill>
        <p:spPr>
          <a:xfrm>
            <a:off x="69120" y="69120"/>
            <a:ext cx="740160" cy="775080"/>
          </a:xfrm>
          <a:prstGeom prst="rect">
            <a:avLst/>
          </a:prstGeom>
          <a:ln w="0">
            <a:noFill/>
          </a:ln>
        </p:spPr>
      </p:pic>
      <p:pic>
        <p:nvPicPr>
          <p:cNvPr id="101" name="Picture 5" descr=""/>
          <p:cNvPicPr/>
          <p:nvPr/>
        </p:nvPicPr>
        <p:blipFill>
          <a:blip r:embed="rId2"/>
          <a:srcRect l="25792" t="16823" r="0" b="13846"/>
          <a:stretch/>
        </p:blipFill>
        <p:spPr>
          <a:xfrm>
            <a:off x="8951400" y="0"/>
            <a:ext cx="3151080" cy="60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2022-02-18T03:37:33Z</dcterms:created>
  <dc:creator>LJIET</dc:creator>
  <dc:description/>
  <dc:language>en-IN</dc:language>
  <cp:lastModifiedBy/>
  <dcterms:modified xsi:type="dcterms:W3CDTF">2023-09-29T07:49:17Z</dcterms:modified>
  <cp:revision>27</cp:revision>
  <dc:subject/>
  <dc:title>Title of Definition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5</vt:i4>
  </property>
</Properties>
</file>